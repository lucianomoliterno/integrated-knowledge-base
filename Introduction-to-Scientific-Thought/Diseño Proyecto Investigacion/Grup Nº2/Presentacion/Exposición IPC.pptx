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23" d="100"/>
          <a:sy n="123" d="100"/>
        </p:scale>
        <p:origin x="-128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n-US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11/3/2025</a:t>
            </a:fld>
            <a:endParaRPr lang="en-US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3671" y="317715"/>
            <a:ext cx="7140844" cy="2378989"/>
          </a:xfrm>
        </p:spPr>
        <p:txBody>
          <a:bodyPr>
            <a:normAutofit/>
          </a:bodyPr>
          <a:lstStyle/>
          <a:p>
            <a:r>
              <a:rPr lang="es-MX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</a:t>
            </a:r>
            <a:r>
              <a:rPr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mpacto</a:t>
            </a:r>
            <a:r>
              <a:rPr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de </a:t>
            </a:r>
            <a:r>
              <a:rPr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tecnologías</a:t>
            </a:r>
            <a:r>
              <a:rPr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de </a:t>
            </a:r>
            <a:r>
              <a:rPr lang="es-MX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/>
            </a:r>
            <a:br>
              <a:rPr lang="es-MX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</a:br>
            <a:r>
              <a:rPr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inteligencia</a:t>
            </a:r>
            <a:r>
              <a:rPr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artificial</a:t>
            </a:r>
            <a:r>
              <a:rPr lang="es-MX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</a:t>
            </a:r>
            <a:r>
              <a:rPr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en </a:t>
            </a:r>
            <a:r>
              <a:rPr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la </a:t>
            </a:r>
            <a:r>
              <a:rPr sz="32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producción</a:t>
            </a:r>
            <a:r>
              <a:rPr sz="32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 de alfalfa en </a:t>
            </a:r>
            <a:r>
              <a:rPr sz="32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Manfredi</a:t>
            </a:r>
            <a:r>
              <a:rPr lang="es-MX" sz="32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.</a:t>
            </a:r>
            <a:endParaRPr sz="32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55743" y="2851688"/>
            <a:ext cx="6172200" cy="3430244"/>
          </a:xfrm>
        </p:spPr>
        <p:txBody>
          <a:bodyPr>
            <a:normAutofit fontScale="92500" lnSpcReduction="10000"/>
          </a:bodyPr>
          <a:lstStyle/>
          <a:p>
            <a:r>
              <a:rPr dirty="0" err="1"/>
              <a:t>Proyecto</a:t>
            </a:r>
            <a:r>
              <a:rPr dirty="0"/>
              <a:t> de </a:t>
            </a:r>
            <a:r>
              <a:rPr dirty="0" err="1"/>
              <a:t>Investigación</a:t>
            </a:r>
            <a:r>
              <a:rPr dirty="0"/>
              <a:t> – </a:t>
            </a:r>
            <a:r>
              <a:rPr dirty="0" err="1"/>
              <a:t>Grupo</a:t>
            </a:r>
            <a:r>
              <a:rPr dirty="0"/>
              <a:t> 2</a:t>
            </a:r>
          </a:p>
          <a:p>
            <a:r>
              <a:rPr dirty="0"/>
              <a:t>Universidad </a:t>
            </a:r>
            <a:r>
              <a:rPr dirty="0" err="1"/>
              <a:t>Nacional</a:t>
            </a:r>
            <a:r>
              <a:rPr dirty="0"/>
              <a:t> de </a:t>
            </a:r>
            <a:r>
              <a:rPr dirty="0" err="1"/>
              <a:t>Lanús</a:t>
            </a:r>
            <a:r>
              <a:rPr dirty="0"/>
              <a:t> (</a:t>
            </a:r>
            <a:r>
              <a:rPr dirty="0" err="1"/>
              <a:t>UNLa</a:t>
            </a:r>
            <a:r>
              <a:rPr dirty="0"/>
              <a:t>)</a:t>
            </a:r>
          </a:p>
          <a:p>
            <a:r>
              <a:rPr lang="es-MX" dirty="0" smtClean="0"/>
              <a:t>Docente a cargo: </a:t>
            </a:r>
            <a:r>
              <a:rPr lang="es-AR" dirty="0" err="1">
                <a:latin typeface="Times New Roman" pitchFamily="18" charset="0"/>
                <a:cs typeface="Times New Roman" pitchFamily="18" charset="0"/>
              </a:rPr>
              <a:t>Lihuen</a:t>
            </a:r>
            <a:r>
              <a:rPr lang="es-AR" dirty="0">
                <a:latin typeface="Times New Roman" pitchFamily="18" charset="0"/>
                <a:cs typeface="Times New Roman" pitchFamily="18" charset="0"/>
              </a:rPr>
              <a:t> Carlos ARSCONE GASSER</a:t>
            </a:r>
            <a:endParaRPr lang="es-MX" dirty="0" smtClean="0">
              <a:latin typeface="Times New Roman" pitchFamily="18" charset="0"/>
              <a:cs typeface="Times New Roman" pitchFamily="18" charset="0"/>
            </a:endParaRPr>
          </a:p>
          <a:p>
            <a:endParaRPr dirty="0"/>
          </a:p>
          <a:p>
            <a:r>
              <a:rPr dirty="0" err="1"/>
              <a:t>Integrantes</a:t>
            </a:r>
            <a:r>
              <a:rPr dirty="0"/>
              <a:t>:</a:t>
            </a:r>
          </a:p>
          <a:p>
            <a:r>
              <a:rPr dirty="0"/>
              <a:t>Lucas </a:t>
            </a:r>
            <a:r>
              <a:rPr dirty="0" err="1"/>
              <a:t>Uriel</a:t>
            </a:r>
            <a:r>
              <a:rPr dirty="0"/>
              <a:t> Bono (Director)</a:t>
            </a:r>
          </a:p>
          <a:p>
            <a:r>
              <a:rPr dirty="0"/>
              <a:t>Ulises </a:t>
            </a:r>
            <a:r>
              <a:rPr dirty="0" err="1"/>
              <a:t>Matías</a:t>
            </a:r>
            <a:r>
              <a:rPr dirty="0"/>
              <a:t> </a:t>
            </a:r>
            <a:r>
              <a:rPr dirty="0" err="1"/>
              <a:t>Izquierdo</a:t>
            </a:r>
            <a:r>
              <a:rPr dirty="0"/>
              <a:t> (Co-director)</a:t>
            </a:r>
          </a:p>
          <a:p>
            <a:r>
              <a:rPr dirty="0"/>
              <a:t>Luciano Gabriel </a:t>
            </a:r>
            <a:r>
              <a:rPr dirty="0" err="1"/>
              <a:t>Moliterno</a:t>
            </a:r>
            <a:r>
              <a:rPr dirty="0"/>
              <a:t> González (</a:t>
            </a:r>
            <a:r>
              <a:rPr dirty="0" err="1"/>
              <a:t>Investigador</a:t>
            </a:r>
            <a:r>
              <a:rPr dirty="0"/>
              <a:t>)</a:t>
            </a:r>
          </a:p>
          <a:p>
            <a:r>
              <a:rPr dirty="0" err="1"/>
              <a:t>Tomás</a:t>
            </a:r>
            <a:r>
              <a:rPr dirty="0"/>
              <a:t> Alejandro </a:t>
            </a:r>
            <a:r>
              <a:rPr dirty="0" err="1"/>
              <a:t>Díaz</a:t>
            </a:r>
            <a:r>
              <a:rPr dirty="0"/>
              <a:t> de </a:t>
            </a:r>
            <a:r>
              <a:rPr dirty="0" err="1"/>
              <a:t>Maio</a:t>
            </a:r>
            <a:r>
              <a:rPr dirty="0"/>
              <a:t> (</a:t>
            </a:r>
            <a:r>
              <a:rPr dirty="0" err="1"/>
              <a:t>Investigador</a:t>
            </a:r>
            <a:r>
              <a:rPr dirty="0"/>
              <a:t>)</a:t>
            </a:r>
          </a:p>
          <a:p>
            <a:r>
              <a:rPr dirty="0"/>
              <a:t>Alexis </a:t>
            </a:r>
            <a:r>
              <a:rPr dirty="0" err="1"/>
              <a:t>Cristian</a:t>
            </a:r>
            <a:r>
              <a:rPr dirty="0"/>
              <a:t> Colombo </a:t>
            </a:r>
            <a:r>
              <a:rPr dirty="0" err="1"/>
              <a:t>Martínez</a:t>
            </a:r>
            <a:r>
              <a:rPr dirty="0"/>
              <a:t> (</a:t>
            </a:r>
            <a:r>
              <a:rPr dirty="0" err="1"/>
              <a:t>Investigador</a:t>
            </a:r>
            <a:r>
              <a:rPr dirty="0"/>
              <a:t>)</a:t>
            </a:r>
          </a:p>
          <a:p>
            <a:r>
              <a:rPr dirty="0"/>
              <a:t>Lorena Jacqueline Ayala Ojeda (</a:t>
            </a:r>
            <a:r>
              <a:rPr dirty="0" err="1"/>
              <a:t>Investigadora</a:t>
            </a:r>
            <a:r>
              <a:rPr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Introducción</a:t>
            </a:r>
            <a:r>
              <a:rPr dirty="0" smtClean="0"/>
              <a:t> </a:t>
            </a:r>
            <a:r>
              <a:rPr dirty="0"/>
              <a:t>y </a:t>
            </a:r>
            <a:r>
              <a:rPr dirty="0" err="1"/>
              <a:t>Planteamiento</a:t>
            </a:r>
            <a:r>
              <a:rPr dirty="0"/>
              <a:t> del </a:t>
            </a:r>
            <a:r>
              <a:rPr dirty="0" err="1"/>
              <a:t>Problema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• </a:t>
            </a:r>
            <a:r>
              <a:rPr dirty="0" err="1"/>
              <a:t>Comprender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la </a:t>
            </a:r>
            <a:r>
              <a:rPr dirty="0" err="1"/>
              <a:t>inteligencia</a:t>
            </a:r>
            <a:r>
              <a:rPr dirty="0"/>
              <a:t> artificial </a:t>
            </a:r>
            <a:r>
              <a:rPr dirty="0" err="1"/>
              <a:t>transforma</a:t>
            </a:r>
            <a:r>
              <a:rPr dirty="0"/>
              <a:t> los </a:t>
            </a:r>
            <a:r>
              <a:rPr dirty="0" err="1"/>
              <a:t>procesos</a:t>
            </a:r>
            <a:r>
              <a:rPr dirty="0"/>
              <a:t> </a:t>
            </a:r>
            <a:r>
              <a:rPr dirty="0" err="1"/>
              <a:t>agrícolas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La alfalfa </a:t>
            </a:r>
            <a:r>
              <a:rPr dirty="0" err="1"/>
              <a:t>es</a:t>
            </a:r>
            <a:r>
              <a:rPr dirty="0"/>
              <a:t> un </a:t>
            </a:r>
            <a:r>
              <a:rPr dirty="0" err="1"/>
              <a:t>cultivo</a:t>
            </a:r>
            <a:r>
              <a:rPr dirty="0"/>
              <a:t> </a:t>
            </a:r>
            <a:r>
              <a:rPr dirty="0" err="1"/>
              <a:t>forrajero</a:t>
            </a:r>
            <a:r>
              <a:rPr dirty="0"/>
              <a:t> </a:t>
            </a:r>
            <a:r>
              <a:rPr dirty="0" err="1"/>
              <a:t>esencial</a:t>
            </a:r>
            <a:r>
              <a:rPr dirty="0"/>
              <a:t> en la </a:t>
            </a:r>
            <a:r>
              <a:rPr dirty="0" err="1"/>
              <a:t>ganadería</a:t>
            </a:r>
            <a:r>
              <a:rPr dirty="0"/>
              <a:t> </a:t>
            </a:r>
            <a:r>
              <a:rPr dirty="0" err="1"/>
              <a:t>argentina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Pese</a:t>
            </a:r>
            <a:r>
              <a:rPr dirty="0"/>
              <a:t> a los </a:t>
            </a:r>
            <a:r>
              <a:rPr dirty="0" err="1"/>
              <a:t>avances</a:t>
            </a:r>
            <a:r>
              <a:rPr dirty="0"/>
              <a:t> del INTA </a:t>
            </a:r>
            <a:r>
              <a:rPr dirty="0" err="1"/>
              <a:t>Manfredi</a:t>
            </a:r>
            <a:r>
              <a:rPr dirty="0"/>
              <a:t>, la </a:t>
            </a:r>
            <a:r>
              <a:rPr dirty="0" err="1"/>
              <a:t>incorporación</a:t>
            </a:r>
            <a:r>
              <a:rPr dirty="0"/>
              <a:t> </a:t>
            </a:r>
            <a:r>
              <a:rPr dirty="0" err="1"/>
              <a:t>tecnológica</a:t>
            </a:r>
            <a:r>
              <a:rPr dirty="0"/>
              <a:t> </a:t>
            </a:r>
            <a:r>
              <a:rPr dirty="0" err="1"/>
              <a:t>sigue</a:t>
            </a:r>
            <a:r>
              <a:rPr dirty="0"/>
              <a:t> </a:t>
            </a:r>
            <a:r>
              <a:rPr dirty="0" err="1"/>
              <a:t>siendo</a:t>
            </a:r>
            <a:r>
              <a:rPr dirty="0"/>
              <a:t> </a:t>
            </a:r>
            <a:r>
              <a:rPr dirty="0" err="1"/>
              <a:t>desigual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Pregunta</a:t>
            </a:r>
            <a:r>
              <a:rPr dirty="0"/>
              <a:t> central: ¿</a:t>
            </a:r>
            <a:r>
              <a:rPr dirty="0" err="1"/>
              <a:t>Cómo</a:t>
            </a:r>
            <a:r>
              <a:rPr dirty="0"/>
              <a:t> y en </a:t>
            </a:r>
            <a:r>
              <a:rPr dirty="0" err="1"/>
              <a:t>qué</a:t>
            </a:r>
            <a:r>
              <a:rPr dirty="0"/>
              <a:t> </a:t>
            </a:r>
            <a:r>
              <a:rPr dirty="0" err="1"/>
              <a:t>medida</a:t>
            </a:r>
            <a:r>
              <a:rPr dirty="0"/>
              <a:t> la IA </a:t>
            </a:r>
            <a:r>
              <a:rPr dirty="0" err="1"/>
              <a:t>mejora</a:t>
            </a:r>
            <a:r>
              <a:rPr dirty="0"/>
              <a:t> la </a:t>
            </a:r>
            <a:r>
              <a:rPr dirty="0" err="1"/>
              <a:t>productividad</a:t>
            </a:r>
            <a:r>
              <a:rPr dirty="0"/>
              <a:t> y el </a:t>
            </a:r>
            <a:r>
              <a:rPr dirty="0" err="1"/>
              <a:t>uso</a:t>
            </a:r>
            <a:r>
              <a:rPr dirty="0"/>
              <a:t> de </a:t>
            </a:r>
            <a:r>
              <a:rPr dirty="0" err="1"/>
              <a:t>recursos</a:t>
            </a:r>
            <a:r>
              <a:rPr dirty="0"/>
              <a:t>?</a:t>
            </a:r>
          </a:p>
          <a:p>
            <a:pPr>
              <a:defRPr sz="2000"/>
            </a:pPr>
            <a:r>
              <a:rPr dirty="0"/>
              <a:t>• La </a:t>
            </a:r>
            <a:r>
              <a:rPr dirty="0" err="1"/>
              <a:t>investigación</a:t>
            </a:r>
            <a:r>
              <a:rPr dirty="0"/>
              <a:t> </a:t>
            </a:r>
            <a:r>
              <a:rPr dirty="0" err="1"/>
              <a:t>busca</a:t>
            </a:r>
            <a:r>
              <a:rPr dirty="0"/>
              <a:t> </a:t>
            </a:r>
            <a:r>
              <a:rPr dirty="0" err="1"/>
              <a:t>reducir</a:t>
            </a:r>
            <a:r>
              <a:rPr dirty="0"/>
              <a:t> la </a:t>
            </a:r>
            <a:r>
              <a:rPr dirty="0" err="1"/>
              <a:t>brecha</a:t>
            </a:r>
            <a:r>
              <a:rPr dirty="0"/>
              <a:t> entre el </a:t>
            </a:r>
            <a:r>
              <a:rPr dirty="0" err="1"/>
              <a:t>potencial</a:t>
            </a:r>
            <a:r>
              <a:rPr dirty="0"/>
              <a:t> y la </a:t>
            </a:r>
            <a:r>
              <a:rPr dirty="0" err="1"/>
              <a:t>aplicación</a:t>
            </a:r>
            <a:r>
              <a:rPr dirty="0"/>
              <a:t> real de la IA en el agro.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Objetivos</a:t>
            </a:r>
            <a:r>
              <a:rPr dirty="0" smtClean="0"/>
              <a:t> </a:t>
            </a:r>
            <a:r>
              <a:rPr dirty="0"/>
              <a:t>e </a:t>
            </a:r>
            <a:r>
              <a:rPr dirty="0" err="1"/>
              <a:t>Hipótesis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>
              <a:defRPr sz="2000"/>
            </a:pPr>
            <a:r>
              <a:rPr dirty="0"/>
              <a:t>• </a:t>
            </a:r>
            <a:r>
              <a:rPr dirty="0" err="1"/>
              <a:t>Objetivo</a:t>
            </a:r>
            <a:r>
              <a:rPr dirty="0"/>
              <a:t> general: </a:t>
            </a:r>
            <a:r>
              <a:rPr dirty="0" err="1"/>
              <a:t>analizar</a:t>
            </a:r>
            <a:r>
              <a:rPr dirty="0"/>
              <a:t> el </a:t>
            </a:r>
            <a:r>
              <a:rPr dirty="0" err="1"/>
              <a:t>impacto</a:t>
            </a:r>
            <a:r>
              <a:rPr dirty="0"/>
              <a:t> de la IA en la </a:t>
            </a:r>
            <a:r>
              <a:rPr dirty="0" err="1"/>
              <a:t>productividad</a:t>
            </a:r>
            <a:r>
              <a:rPr dirty="0"/>
              <a:t> del </a:t>
            </a:r>
            <a:r>
              <a:rPr dirty="0" err="1"/>
              <a:t>cultivo</a:t>
            </a:r>
            <a:r>
              <a:rPr dirty="0"/>
              <a:t> de alfalfa.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Objetivos</a:t>
            </a:r>
            <a:r>
              <a:rPr dirty="0"/>
              <a:t> </a:t>
            </a:r>
            <a:r>
              <a:rPr dirty="0" err="1"/>
              <a:t>específicos</a:t>
            </a:r>
            <a:r>
              <a:rPr dirty="0"/>
              <a:t>:</a:t>
            </a:r>
          </a:p>
          <a:p>
            <a:pPr>
              <a:defRPr sz="2000"/>
            </a:pPr>
            <a:r>
              <a:rPr dirty="0"/>
              <a:t>   1. </a:t>
            </a:r>
            <a:r>
              <a:rPr dirty="0" err="1"/>
              <a:t>Identificar</a:t>
            </a:r>
            <a:r>
              <a:rPr dirty="0"/>
              <a:t> </a:t>
            </a:r>
            <a:r>
              <a:rPr dirty="0" err="1"/>
              <a:t>tecnologías</a:t>
            </a:r>
            <a:r>
              <a:rPr dirty="0"/>
              <a:t> </a:t>
            </a:r>
            <a:r>
              <a:rPr dirty="0" err="1"/>
              <a:t>aplicadas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   2. </a:t>
            </a:r>
            <a:r>
              <a:rPr dirty="0" err="1"/>
              <a:t>Describir</a:t>
            </a:r>
            <a:r>
              <a:rPr dirty="0"/>
              <a:t> </a:t>
            </a:r>
            <a:r>
              <a:rPr dirty="0" err="1"/>
              <a:t>prácticas</a:t>
            </a:r>
            <a:r>
              <a:rPr dirty="0"/>
              <a:t> </a:t>
            </a:r>
            <a:r>
              <a:rPr dirty="0" err="1"/>
              <a:t>productivas</a:t>
            </a:r>
            <a:r>
              <a:rPr dirty="0"/>
              <a:t> y de </a:t>
            </a:r>
            <a:r>
              <a:rPr dirty="0" err="1"/>
              <a:t>gestión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   3. </a:t>
            </a:r>
            <a:r>
              <a:rPr dirty="0" err="1"/>
              <a:t>Analizar</a:t>
            </a:r>
            <a:r>
              <a:rPr dirty="0"/>
              <a:t> </a:t>
            </a:r>
            <a:r>
              <a:rPr dirty="0" err="1"/>
              <a:t>variaciones</a:t>
            </a:r>
            <a:r>
              <a:rPr dirty="0"/>
              <a:t> en </a:t>
            </a:r>
            <a:r>
              <a:rPr dirty="0" err="1"/>
              <a:t>productividad</a:t>
            </a:r>
            <a:r>
              <a:rPr dirty="0"/>
              <a:t> y </a:t>
            </a:r>
            <a:r>
              <a:rPr dirty="0" err="1"/>
              <a:t>eficiencia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Hipótesis</a:t>
            </a:r>
            <a:r>
              <a:rPr dirty="0"/>
              <a:t>: la IA </a:t>
            </a:r>
            <a:r>
              <a:rPr dirty="0" err="1"/>
              <a:t>mejora</a:t>
            </a:r>
            <a:r>
              <a:rPr dirty="0"/>
              <a:t> la </a:t>
            </a:r>
            <a:r>
              <a:rPr dirty="0" err="1"/>
              <a:t>productividad</a:t>
            </a:r>
            <a:r>
              <a:rPr dirty="0"/>
              <a:t>, </a:t>
            </a:r>
            <a:r>
              <a:rPr dirty="0" err="1"/>
              <a:t>pero</a:t>
            </a:r>
            <a:r>
              <a:rPr dirty="0"/>
              <a:t> </a:t>
            </a:r>
            <a:r>
              <a:rPr dirty="0" err="1"/>
              <a:t>su</a:t>
            </a:r>
            <a:r>
              <a:rPr dirty="0"/>
              <a:t> </a:t>
            </a:r>
            <a:r>
              <a:rPr dirty="0" err="1"/>
              <a:t>éxito</a:t>
            </a:r>
            <a:r>
              <a:rPr dirty="0"/>
              <a:t> </a:t>
            </a:r>
            <a:r>
              <a:rPr dirty="0" err="1"/>
              <a:t>depende</a:t>
            </a:r>
            <a:r>
              <a:rPr dirty="0"/>
              <a:t> del </a:t>
            </a:r>
            <a:r>
              <a:rPr dirty="0" err="1"/>
              <a:t>acceso</a:t>
            </a:r>
            <a:r>
              <a:rPr dirty="0"/>
              <a:t> </a:t>
            </a:r>
            <a:r>
              <a:rPr dirty="0" err="1"/>
              <a:t>tecnológico</a:t>
            </a:r>
            <a:r>
              <a:rPr dirty="0"/>
              <a:t>, la </a:t>
            </a:r>
            <a:r>
              <a:rPr dirty="0" err="1"/>
              <a:t>capacitación</a:t>
            </a:r>
            <a:r>
              <a:rPr dirty="0"/>
              <a:t> y </a:t>
            </a:r>
            <a:r>
              <a:rPr dirty="0" err="1"/>
              <a:t>las</a:t>
            </a:r>
            <a:r>
              <a:rPr dirty="0"/>
              <a:t> </a:t>
            </a:r>
            <a:r>
              <a:rPr dirty="0" err="1"/>
              <a:t>instituciones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86822"/>
            <a:ext cx="7467600" cy="1143000"/>
          </a:xfrm>
        </p:spPr>
        <p:txBody>
          <a:bodyPr>
            <a:normAutofit/>
          </a:bodyPr>
          <a:lstStyle/>
          <a:p>
            <a:r>
              <a:rPr dirty="0" smtClean="0"/>
              <a:t>Marco </a:t>
            </a:r>
            <a:r>
              <a:rPr dirty="0" err="1"/>
              <a:t>Teórico</a:t>
            </a:r>
            <a:r>
              <a:rPr dirty="0"/>
              <a:t> y Estado del </a:t>
            </a:r>
            <a:r>
              <a:rPr dirty="0" err="1"/>
              <a:t>Conocimiento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2487478"/>
            <a:ext cx="7467600" cy="3986474"/>
          </a:xfrm>
        </p:spPr>
        <p:txBody>
          <a:bodyPr/>
          <a:lstStyle/>
          <a:p>
            <a:pPr>
              <a:defRPr sz="2000"/>
            </a:pPr>
            <a:r>
              <a:rPr dirty="0"/>
              <a:t>• La </a:t>
            </a:r>
            <a:r>
              <a:rPr dirty="0" err="1"/>
              <a:t>agricultura</a:t>
            </a:r>
            <a:r>
              <a:rPr dirty="0"/>
              <a:t> de </a:t>
            </a:r>
            <a:r>
              <a:rPr dirty="0" err="1"/>
              <a:t>precisión</a:t>
            </a:r>
            <a:r>
              <a:rPr dirty="0"/>
              <a:t> y la </a:t>
            </a:r>
            <a:r>
              <a:rPr dirty="0" err="1"/>
              <a:t>digitalización</a:t>
            </a:r>
            <a:r>
              <a:rPr dirty="0"/>
              <a:t> del agro </a:t>
            </a:r>
            <a:r>
              <a:rPr dirty="0" err="1"/>
              <a:t>redefinen</a:t>
            </a:r>
            <a:r>
              <a:rPr dirty="0"/>
              <a:t> la </a:t>
            </a:r>
            <a:r>
              <a:rPr dirty="0" err="1"/>
              <a:t>producción</a:t>
            </a:r>
            <a:r>
              <a:rPr dirty="0"/>
              <a:t> </a:t>
            </a:r>
            <a:r>
              <a:rPr dirty="0" err="1"/>
              <a:t>alimentaria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La IA </a:t>
            </a:r>
            <a:r>
              <a:rPr dirty="0" err="1"/>
              <a:t>procesa</a:t>
            </a:r>
            <a:r>
              <a:rPr dirty="0"/>
              <a:t> </a:t>
            </a:r>
            <a:r>
              <a:rPr dirty="0" err="1"/>
              <a:t>datos</a:t>
            </a:r>
            <a:r>
              <a:rPr dirty="0"/>
              <a:t> de drones, </a:t>
            </a:r>
            <a:r>
              <a:rPr dirty="0" err="1"/>
              <a:t>sensores</a:t>
            </a:r>
            <a:r>
              <a:rPr dirty="0"/>
              <a:t> y </a:t>
            </a:r>
            <a:r>
              <a:rPr dirty="0" err="1"/>
              <a:t>satélites</a:t>
            </a:r>
            <a:r>
              <a:rPr dirty="0"/>
              <a:t> </a:t>
            </a:r>
            <a:r>
              <a:rPr dirty="0" err="1"/>
              <a:t>para</a:t>
            </a:r>
            <a:r>
              <a:rPr dirty="0"/>
              <a:t> </a:t>
            </a:r>
            <a:r>
              <a:rPr dirty="0" err="1"/>
              <a:t>optimizar</a:t>
            </a:r>
            <a:r>
              <a:rPr dirty="0"/>
              <a:t> </a:t>
            </a:r>
            <a:r>
              <a:rPr dirty="0" err="1"/>
              <a:t>decisiones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El INTA </a:t>
            </a:r>
            <a:r>
              <a:rPr dirty="0" err="1"/>
              <a:t>Manfredi</a:t>
            </a:r>
            <a:r>
              <a:rPr dirty="0"/>
              <a:t> </a:t>
            </a:r>
            <a:r>
              <a:rPr dirty="0" err="1"/>
              <a:t>lidera</a:t>
            </a:r>
            <a:r>
              <a:rPr dirty="0"/>
              <a:t> en </a:t>
            </a:r>
            <a:r>
              <a:rPr dirty="0" err="1"/>
              <a:t>innovación</a:t>
            </a:r>
            <a:r>
              <a:rPr dirty="0"/>
              <a:t> y </a:t>
            </a:r>
            <a:r>
              <a:rPr dirty="0" err="1"/>
              <a:t>monitoreo</a:t>
            </a:r>
            <a:r>
              <a:rPr dirty="0"/>
              <a:t> de </a:t>
            </a:r>
            <a:r>
              <a:rPr dirty="0" err="1"/>
              <a:t>cultivos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Falta</a:t>
            </a:r>
            <a:r>
              <a:rPr dirty="0"/>
              <a:t> de </a:t>
            </a:r>
            <a:r>
              <a:rPr dirty="0" err="1"/>
              <a:t>estudios</a:t>
            </a:r>
            <a:r>
              <a:rPr dirty="0"/>
              <a:t> </a:t>
            </a:r>
            <a:r>
              <a:rPr dirty="0" err="1"/>
              <a:t>que</a:t>
            </a:r>
            <a:r>
              <a:rPr dirty="0"/>
              <a:t> </a:t>
            </a:r>
            <a:r>
              <a:rPr dirty="0" err="1"/>
              <a:t>evalúen</a:t>
            </a:r>
            <a:r>
              <a:rPr dirty="0"/>
              <a:t> el </a:t>
            </a:r>
            <a:r>
              <a:rPr dirty="0" err="1"/>
              <a:t>impacto</a:t>
            </a:r>
            <a:r>
              <a:rPr dirty="0"/>
              <a:t> social y </a:t>
            </a:r>
            <a:r>
              <a:rPr dirty="0" err="1"/>
              <a:t>económico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integra</a:t>
            </a:r>
            <a:r>
              <a:rPr dirty="0"/>
              <a:t> la </a:t>
            </a:r>
            <a:r>
              <a:rPr dirty="0" err="1"/>
              <a:t>dimensión</a:t>
            </a:r>
            <a:r>
              <a:rPr dirty="0"/>
              <a:t> </a:t>
            </a:r>
            <a:r>
              <a:rPr dirty="0" err="1"/>
              <a:t>técnica</a:t>
            </a:r>
            <a:r>
              <a:rPr dirty="0"/>
              <a:t> con la social e </a:t>
            </a:r>
            <a:r>
              <a:rPr dirty="0" err="1"/>
              <a:t>institucional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smtClean="0"/>
              <a:t>Marco </a:t>
            </a:r>
            <a:r>
              <a:rPr dirty="0" err="1"/>
              <a:t>Metodológico</a:t>
            </a:r>
            <a:r>
              <a:rPr dirty="0"/>
              <a:t> y Plan de </a:t>
            </a:r>
            <a:r>
              <a:rPr dirty="0" err="1"/>
              <a:t>Trabajo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000"/>
            </a:pPr>
            <a:r>
              <a:t>• Enfoque mixto: combina metodología cualitativa y cuantitativa.</a:t>
            </a:r>
          </a:p>
          <a:p>
            <a:pPr>
              <a:defRPr sz="2000"/>
            </a:pPr>
            <a:r>
              <a:t>• Entrevistas semiestructuradas (15–20) y encuestas (30 casos).</a:t>
            </a:r>
          </a:p>
          <a:p>
            <a:pPr>
              <a:defRPr sz="2000"/>
            </a:pPr>
            <a:r>
              <a:t>• Herramientas: SPSS (datos numéricos) y NVivo (análisis temático).</a:t>
            </a:r>
          </a:p>
          <a:p>
            <a:pPr>
              <a:defRPr sz="2000"/>
            </a:pPr>
            <a:r>
              <a:t>• Cuatro etapas: revisión, campo, análisis e informe final.</a:t>
            </a:r>
          </a:p>
          <a:p>
            <a:pPr>
              <a:defRPr sz="2000"/>
            </a:pPr>
            <a:r>
              <a:t>• Presupuesto: 1 millón de pesos para traslados, software y difusión.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Resultados</a:t>
            </a:r>
            <a:r>
              <a:rPr dirty="0" smtClean="0"/>
              <a:t> </a:t>
            </a:r>
            <a:r>
              <a:rPr dirty="0" err="1"/>
              <a:t>Esperados</a:t>
            </a:r>
            <a:r>
              <a:rPr dirty="0"/>
              <a:t> y </a:t>
            </a:r>
            <a:r>
              <a:rPr dirty="0" err="1"/>
              <a:t>Conclusiones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000"/>
            </a:pPr>
            <a:r>
              <a:t>• Identificar las principales tecnologías de IA aplicadas a la alfalfa.</a:t>
            </a:r>
          </a:p>
          <a:p>
            <a:pPr>
              <a:defRPr sz="2000"/>
            </a:pPr>
            <a:r>
              <a:t>• Evaluar impacto en productividad, gestión de agua y recursos.</a:t>
            </a:r>
          </a:p>
          <a:p>
            <a:pPr>
              <a:defRPr sz="2000"/>
            </a:pPr>
            <a:r>
              <a:t>• Detectar barreras: costos, capacitación, conectividad.</a:t>
            </a:r>
          </a:p>
          <a:p>
            <a:pPr>
              <a:defRPr sz="2000"/>
            </a:pPr>
            <a:r>
              <a:t>• Conclusión: la IA puede construir un agro más eficiente, sustentable y humano.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 smtClean="0"/>
              <a:t>Justificación</a:t>
            </a:r>
            <a:r>
              <a:rPr dirty="0"/>
              <a:t>, </a:t>
            </a:r>
            <a:r>
              <a:rPr dirty="0" err="1"/>
              <a:t>Ética</a:t>
            </a:r>
            <a:r>
              <a:rPr dirty="0"/>
              <a:t> y </a:t>
            </a:r>
            <a:r>
              <a:rPr dirty="0" err="1"/>
              <a:t>Cierre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• </a:t>
            </a:r>
            <a:r>
              <a:rPr dirty="0" err="1"/>
              <a:t>Relevancia</a:t>
            </a:r>
            <a:r>
              <a:rPr dirty="0"/>
              <a:t>: el agro </a:t>
            </a:r>
            <a:r>
              <a:rPr dirty="0" err="1"/>
              <a:t>es</a:t>
            </a:r>
            <a:r>
              <a:rPr dirty="0"/>
              <a:t> </a:t>
            </a:r>
            <a:r>
              <a:rPr dirty="0" err="1"/>
              <a:t>pilar</a:t>
            </a:r>
            <a:r>
              <a:rPr dirty="0"/>
              <a:t> de la </a:t>
            </a:r>
            <a:r>
              <a:rPr dirty="0" err="1"/>
              <a:t>economía</a:t>
            </a:r>
            <a:r>
              <a:rPr dirty="0"/>
              <a:t> </a:t>
            </a:r>
            <a:r>
              <a:rPr dirty="0" err="1"/>
              <a:t>argentina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La IA </a:t>
            </a:r>
            <a:r>
              <a:rPr dirty="0" err="1"/>
              <a:t>contribuye</a:t>
            </a:r>
            <a:r>
              <a:rPr dirty="0"/>
              <a:t> a la </a:t>
            </a:r>
            <a:r>
              <a:rPr dirty="0" err="1"/>
              <a:t>competitividad</a:t>
            </a:r>
            <a:r>
              <a:rPr dirty="0"/>
              <a:t> y </a:t>
            </a:r>
            <a:r>
              <a:rPr dirty="0" err="1"/>
              <a:t>sostenibilidad</a:t>
            </a:r>
            <a:r>
              <a:rPr dirty="0"/>
              <a:t> del sector </a:t>
            </a:r>
            <a:r>
              <a:rPr dirty="0" err="1"/>
              <a:t>forrajero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Ética</a:t>
            </a:r>
            <a:r>
              <a:rPr dirty="0"/>
              <a:t>: </a:t>
            </a:r>
            <a:r>
              <a:rPr dirty="0" err="1"/>
              <a:t>confidencialidad</a:t>
            </a:r>
            <a:r>
              <a:rPr dirty="0"/>
              <a:t>, </a:t>
            </a:r>
            <a:r>
              <a:rPr dirty="0" err="1"/>
              <a:t>consentimiento</a:t>
            </a:r>
            <a:r>
              <a:rPr dirty="0"/>
              <a:t> </a:t>
            </a:r>
            <a:r>
              <a:rPr dirty="0" err="1"/>
              <a:t>informado</a:t>
            </a:r>
            <a:r>
              <a:rPr dirty="0"/>
              <a:t> y </a:t>
            </a:r>
            <a:r>
              <a:rPr dirty="0" err="1"/>
              <a:t>transparencia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La </a:t>
            </a:r>
            <a:r>
              <a:rPr dirty="0" err="1"/>
              <a:t>investigación</a:t>
            </a:r>
            <a:r>
              <a:rPr dirty="0"/>
              <a:t> </a:t>
            </a:r>
            <a:r>
              <a:rPr dirty="0" err="1"/>
              <a:t>universitaria</a:t>
            </a:r>
            <a:r>
              <a:rPr dirty="0"/>
              <a:t> </a:t>
            </a:r>
            <a:r>
              <a:rPr dirty="0" err="1"/>
              <a:t>debe</a:t>
            </a:r>
            <a:r>
              <a:rPr dirty="0"/>
              <a:t> </a:t>
            </a:r>
            <a:r>
              <a:rPr dirty="0" err="1"/>
              <a:t>generar</a:t>
            </a:r>
            <a:r>
              <a:rPr dirty="0"/>
              <a:t> </a:t>
            </a:r>
            <a:r>
              <a:rPr dirty="0" err="1"/>
              <a:t>conocimiento</a:t>
            </a:r>
            <a:r>
              <a:rPr dirty="0"/>
              <a:t> </a:t>
            </a:r>
            <a:r>
              <a:rPr dirty="0" err="1"/>
              <a:t>útil</a:t>
            </a:r>
            <a:r>
              <a:rPr dirty="0"/>
              <a:t> y </a:t>
            </a:r>
            <a:r>
              <a:rPr dirty="0" err="1"/>
              <a:t>transformador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Cierre</a:t>
            </a:r>
            <a:r>
              <a:rPr dirty="0"/>
              <a:t>: la IA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integrarse</a:t>
            </a:r>
            <a:r>
              <a:rPr dirty="0"/>
              <a:t> al </a:t>
            </a:r>
            <a:r>
              <a:rPr dirty="0" err="1"/>
              <a:t>desarrollo</a:t>
            </a:r>
            <a:r>
              <a:rPr dirty="0"/>
              <a:t> </a:t>
            </a:r>
            <a:r>
              <a:rPr dirty="0" err="1"/>
              <a:t>agrícola</a:t>
            </a:r>
            <a:r>
              <a:rPr dirty="0"/>
              <a:t> </a:t>
            </a:r>
            <a:r>
              <a:rPr dirty="0" err="1"/>
              <a:t>nacional</a:t>
            </a:r>
            <a:r>
              <a:rPr dirty="0"/>
              <a:t> de forma </a:t>
            </a:r>
            <a:r>
              <a:rPr dirty="0" err="1"/>
              <a:t>justa</a:t>
            </a:r>
            <a:r>
              <a:rPr dirty="0"/>
              <a:t> y </a:t>
            </a:r>
            <a:r>
              <a:rPr dirty="0" err="1"/>
              <a:t>responsable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 err="1"/>
              <a:t>Conclusión</a:t>
            </a:r>
            <a:r>
              <a:rPr dirty="0"/>
              <a:t> General y </a:t>
            </a:r>
            <a:r>
              <a:rPr dirty="0" err="1"/>
              <a:t>Agradecimientos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defRPr sz="2000"/>
            </a:pPr>
            <a:r>
              <a:rPr dirty="0"/>
              <a:t>• El </a:t>
            </a:r>
            <a:r>
              <a:rPr dirty="0" err="1"/>
              <a:t>proyecto</a:t>
            </a:r>
            <a:r>
              <a:rPr dirty="0"/>
              <a:t> </a:t>
            </a:r>
            <a:r>
              <a:rPr dirty="0" err="1"/>
              <a:t>demuestra</a:t>
            </a:r>
            <a:r>
              <a:rPr dirty="0"/>
              <a:t> </a:t>
            </a:r>
            <a:r>
              <a:rPr dirty="0" err="1"/>
              <a:t>cómo</a:t>
            </a:r>
            <a:r>
              <a:rPr dirty="0"/>
              <a:t> la </a:t>
            </a:r>
            <a:r>
              <a:rPr dirty="0" err="1"/>
              <a:t>inteligencia</a:t>
            </a:r>
            <a:r>
              <a:rPr dirty="0"/>
              <a:t> artificial </a:t>
            </a:r>
            <a:r>
              <a:rPr dirty="0" err="1"/>
              <a:t>puede</a:t>
            </a:r>
            <a:r>
              <a:rPr dirty="0"/>
              <a:t> </a:t>
            </a:r>
            <a:r>
              <a:rPr dirty="0" err="1"/>
              <a:t>fortalecer</a:t>
            </a:r>
            <a:r>
              <a:rPr dirty="0"/>
              <a:t> la </a:t>
            </a:r>
            <a:r>
              <a:rPr dirty="0" err="1"/>
              <a:t>producción</a:t>
            </a:r>
            <a:r>
              <a:rPr dirty="0"/>
              <a:t> </a:t>
            </a:r>
            <a:r>
              <a:rPr dirty="0" err="1"/>
              <a:t>agrícola</a:t>
            </a:r>
            <a:r>
              <a:rPr dirty="0"/>
              <a:t>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Combina</a:t>
            </a:r>
            <a:r>
              <a:rPr dirty="0"/>
              <a:t> </a:t>
            </a:r>
            <a:r>
              <a:rPr dirty="0" err="1"/>
              <a:t>innovación</a:t>
            </a:r>
            <a:r>
              <a:rPr dirty="0"/>
              <a:t> </a:t>
            </a:r>
            <a:r>
              <a:rPr dirty="0" err="1"/>
              <a:t>tecnológica</a:t>
            </a:r>
            <a:r>
              <a:rPr dirty="0"/>
              <a:t>, </a:t>
            </a:r>
            <a:r>
              <a:rPr dirty="0" err="1"/>
              <a:t>análisis</a:t>
            </a:r>
            <a:r>
              <a:rPr dirty="0"/>
              <a:t> </a:t>
            </a:r>
            <a:r>
              <a:rPr dirty="0" err="1"/>
              <a:t>científico</a:t>
            </a:r>
            <a:r>
              <a:rPr dirty="0"/>
              <a:t> y </a:t>
            </a:r>
            <a:r>
              <a:rPr dirty="0" err="1"/>
              <a:t>compromiso</a:t>
            </a:r>
            <a:r>
              <a:rPr dirty="0"/>
              <a:t> social.</a:t>
            </a:r>
          </a:p>
          <a:p>
            <a:pPr>
              <a:defRPr sz="2000"/>
            </a:pPr>
            <a:r>
              <a:rPr dirty="0"/>
              <a:t>• </a:t>
            </a:r>
            <a:r>
              <a:rPr dirty="0" err="1"/>
              <a:t>Agradecemos</a:t>
            </a:r>
            <a:r>
              <a:rPr dirty="0"/>
              <a:t> a la Universidad </a:t>
            </a:r>
            <a:r>
              <a:rPr dirty="0" err="1"/>
              <a:t>Nacional</a:t>
            </a:r>
            <a:r>
              <a:rPr dirty="0"/>
              <a:t> de </a:t>
            </a:r>
            <a:r>
              <a:rPr dirty="0" err="1"/>
              <a:t>Lanús</a:t>
            </a:r>
            <a:r>
              <a:rPr dirty="0"/>
              <a:t>, al INTA </a:t>
            </a:r>
            <a:r>
              <a:rPr dirty="0" err="1"/>
              <a:t>Manfredi</a:t>
            </a:r>
            <a:r>
              <a:rPr dirty="0"/>
              <a:t> y a </a:t>
            </a:r>
            <a:r>
              <a:rPr dirty="0" err="1"/>
              <a:t>todos</a:t>
            </a:r>
            <a:r>
              <a:rPr dirty="0"/>
              <a:t> los </a:t>
            </a:r>
            <a:r>
              <a:rPr dirty="0" err="1"/>
              <a:t>colaboradores</a:t>
            </a:r>
            <a:r>
              <a:rPr dirty="0"/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Mirador">
      <a:dk1>
        <a:sysClr val="windowText" lastClr="000000"/>
      </a:dk1>
      <a:lt1>
        <a:sysClr val="window" lastClr="FFFFFF"/>
      </a:lt1>
      <a:dk2>
        <a:srgbClr val="575F6D"/>
      </a:dk2>
      <a:lt2>
        <a:srgbClr val="FFF39D"/>
      </a:lt2>
      <a:accent1>
        <a:srgbClr val="FE8637"/>
      </a:accent1>
      <a:accent2>
        <a:srgbClr val="7598D9"/>
      </a:accent2>
      <a:accent3>
        <a:srgbClr val="B32C16"/>
      </a:accent3>
      <a:accent4>
        <a:srgbClr val="F5CD2D"/>
      </a:accent4>
      <a:accent5>
        <a:srgbClr val="AEBAD5"/>
      </a:accent5>
      <a:accent6>
        <a:srgbClr val="777C84"/>
      </a:accent6>
      <a:hlink>
        <a:srgbClr val="D2611C"/>
      </a:hlink>
      <a:folHlink>
        <a:srgbClr val="3B435B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4</TotalTime>
  <Words>542</Words>
  <Application>Microsoft Office PowerPoint</Application>
  <PresentationFormat>Presentación en pantalla (4:3)</PresentationFormat>
  <Paragraphs>52</Paragraphs>
  <Slides>8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Mirador</vt:lpstr>
      <vt:lpstr>Impacto de tecnologías de  inteligencia artificial en la producción de alfalfa en Manfredi.</vt:lpstr>
      <vt:lpstr>Introducción y Planteamiento del Problema</vt:lpstr>
      <vt:lpstr>Objetivos e Hipótesis</vt:lpstr>
      <vt:lpstr>Marco Teórico y Estado del Conocimiento</vt:lpstr>
      <vt:lpstr>Marco Metodológico y Plan de Trabajo</vt:lpstr>
      <vt:lpstr>Resultados Esperados y Conclusiones</vt:lpstr>
      <vt:lpstr>Justificación, Ética y Cierre</vt:lpstr>
      <vt:lpstr>Conclusión General y Agradecimientos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Impacto de tecnologías de  inteligencia artificial en la producción de alfalfa en Manfredi.</dc:title>
  <dc:subject/>
  <dc:creator/>
  <cp:keywords/>
  <dc:description>generated using python-pptx</dc:description>
  <cp:lastModifiedBy>Ulises</cp:lastModifiedBy>
  <cp:revision>2</cp:revision>
  <dcterms:created xsi:type="dcterms:W3CDTF">2013-01-27T09:14:16Z</dcterms:created>
  <dcterms:modified xsi:type="dcterms:W3CDTF">2025-11-03T04:39:35Z</dcterms:modified>
  <cp:category/>
</cp:coreProperties>
</file>